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 autoAdjust="0"/>
  </p:normalViewPr>
  <p:slideViewPr>
    <p:cSldViewPr snapToGrid="0">
      <p:cViewPr>
        <p:scale>
          <a:sx n="50" d="100"/>
          <a:sy n="50" d="100"/>
        </p:scale>
        <p:origin x="1500" y="3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ikarjun Telu" userId="4b4fb7115c324c86" providerId="LiveId" clId="{D8D3A0F6-DF19-41B4-AAF0-356D09E1035C}"/>
    <pc:docChg chg="undo redo custSel addSld modSld sldOrd">
      <pc:chgData name="Mallikarjun Telu" userId="4b4fb7115c324c86" providerId="LiveId" clId="{D8D3A0F6-DF19-41B4-AAF0-356D09E1035C}" dt="2026-05-07T14:54:55.376" v="1096"/>
      <pc:docMkLst>
        <pc:docMk/>
      </pc:docMkLst>
      <pc:sldChg chg="addSp delSp modSp mod">
        <pc:chgData name="Mallikarjun Telu" userId="4b4fb7115c324c86" providerId="LiveId" clId="{D8D3A0F6-DF19-41B4-AAF0-356D09E1035C}" dt="2026-05-07T14:48:39.724" v="1074" actId="1076"/>
        <pc:sldMkLst>
          <pc:docMk/>
          <pc:sldMk cId="2027112233" sldId="256"/>
        </pc:sldMkLst>
        <pc:spChg chg="mod">
          <ac:chgData name="Mallikarjun Telu" userId="4b4fb7115c324c86" providerId="LiveId" clId="{D8D3A0F6-DF19-41B4-AAF0-356D09E1035C}" dt="2026-05-07T14:45:18.918" v="1056" actId="1076"/>
          <ac:spMkLst>
            <pc:docMk/>
            <pc:sldMk cId="2027112233" sldId="256"/>
            <ac:spMk id="2" creationId="{DAED35C2-43E8-21BA-96E5-E8F12998D67C}"/>
          </ac:spMkLst>
        </pc:spChg>
        <pc:spChg chg="mod">
          <ac:chgData name="Mallikarjun Telu" userId="4b4fb7115c324c86" providerId="LiveId" clId="{D8D3A0F6-DF19-41B4-AAF0-356D09E1035C}" dt="2026-05-07T11:36:50.475" v="82" actId="20577"/>
          <ac:spMkLst>
            <pc:docMk/>
            <pc:sldMk cId="2027112233" sldId="256"/>
            <ac:spMk id="3" creationId="{F3EB84B9-BFFC-1A8E-FA4E-96C428BE5B33}"/>
          </ac:spMkLst>
        </pc:spChg>
        <pc:spChg chg="add del mod">
          <ac:chgData name="Mallikarjun Telu" userId="4b4fb7115c324c86" providerId="LiveId" clId="{D8D3A0F6-DF19-41B4-AAF0-356D09E1035C}" dt="2026-05-07T11:34:41.727" v="61"/>
          <ac:spMkLst>
            <pc:docMk/>
            <pc:sldMk cId="2027112233" sldId="256"/>
            <ac:spMk id="4" creationId="{DF634C01-C09C-8756-AC6C-99FA84DC44A3}"/>
          </ac:spMkLst>
        </pc:spChg>
        <pc:spChg chg="add del mod">
          <ac:chgData name="Mallikarjun Telu" userId="4b4fb7115c324c86" providerId="LiveId" clId="{D8D3A0F6-DF19-41B4-AAF0-356D09E1035C}" dt="2026-05-07T14:40:32.168" v="1030" actId="478"/>
          <ac:spMkLst>
            <pc:docMk/>
            <pc:sldMk cId="2027112233" sldId="256"/>
            <ac:spMk id="6" creationId="{F608EC48-6C49-64F9-E667-F7BEA0781FAF}"/>
          </ac:spMkLst>
        </pc:spChg>
        <pc:spChg chg="mod">
          <ac:chgData name="Mallikarjun Telu" userId="4b4fb7115c324c86" providerId="LiveId" clId="{D8D3A0F6-DF19-41B4-AAF0-356D09E1035C}" dt="2026-05-07T11:34:54.499" v="64" actId="113"/>
          <ac:spMkLst>
            <pc:docMk/>
            <pc:sldMk cId="2027112233" sldId="256"/>
            <ac:spMk id="7" creationId="{7A797EA8-8B4E-C54F-C179-80B487223A3A}"/>
          </ac:spMkLst>
        </pc:spChg>
        <pc:picChg chg="add mod">
          <ac:chgData name="Mallikarjun Telu" userId="4b4fb7115c324c86" providerId="LiveId" clId="{D8D3A0F6-DF19-41B4-AAF0-356D09E1035C}" dt="2026-05-07T14:48:39.724" v="1074" actId="1076"/>
          <ac:picMkLst>
            <pc:docMk/>
            <pc:sldMk cId="2027112233" sldId="256"/>
            <ac:picMk id="8" creationId="{AB3EABD5-FAD5-2854-ACF6-4B3780F157AC}"/>
          </ac:picMkLst>
        </pc:picChg>
      </pc:sldChg>
      <pc:sldChg chg="addSp modSp mod ord">
        <pc:chgData name="Mallikarjun Telu" userId="4b4fb7115c324c86" providerId="LiveId" clId="{D8D3A0F6-DF19-41B4-AAF0-356D09E1035C}" dt="2026-05-07T13:31:27.287" v="869" actId="1076"/>
        <pc:sldMkLst>
          <pc:docMk/>
          <pc:sldMk cId="1671205085" sldId="257"/>
        </pc:sldMkLst>
        <pc:spChg chg="mod">
          <ac:chgData name="Mallikarjun Telu" userId="4b4fb7115c324c86" providerId="LiveId" clId="{D8D3A0F6-DF19-41B4-AAF0-356D09E1035C}" dt="2026-05-07T11:55:11.413" v="141" actId="1076"/>
          <ac:spMkLst>
            <pc:docMk/>
            <pc:sldMk cId="1671205085" sldId="257"/>
            <ac:spMk id="3" creationId="{332DB78C-CB4B-F5C8-867E-B73DD9E676E8}"/>
          </ac:spMkLst>
        </pc:spChg>
        <pc:spChg chg="mod">
          <ac:chgData name="Mallikarjun Telu" userId="4b4fb7115c324c86" providerId="LiveId" clId="{D8D3A0F6-DF19-41B4-AAF0-356D09E1035C}" dt="2026-05-07T13:30:16.992" v="857" actId="1076"/>
          <ac:spMkLst>
            <pc:docMk/>
            <pc:sldMk cId="1671205085" sldId="257"/>
            <ac:spMk id="4" creationId="{05B07FBD-498E-76F4-7D56-8FC511018B6E}"/>
          </ac:spMkLst>
        </pc:spChg>
        <pc:spChg chg="add mod">
          <ac:chgData name="Mallikarjun Telu" userId="4b4fb7115c324c86" providerId="LiveId" clId="{D8D3A0F6-DF19-41B4-AAF0-356D09E1035C}" dt="2026-05-07T13:30:33.573" v="859" actId="1076"/>
          <ac:spMkLst>
            <pc:docMk/>
            <pc:sldMk cId="1671205085" sldId="257"/>
            <ac:spMk id="5" creationId="{464C3CBB-BD12-A295-6042-49335BA4EEC0}"/>
          </ac:spMkLst>
        </pc:spChg>
        <pc:spChg chg="mod">
          <ac:chgData name="Mallikarjun Telu" userId="4b4fb7115c324c86" providerId="LiveId" clId="{D8D3A0F6-DF19-41B4-AAF0-356D09E1035C}" dt="2026-05-07T13:30:10.960" v="856" actId="1076"/>
          <ac:spMkLst>
            <pc:docMk/>
            <pc:sldMk cId="1671205085" sldId="257"/>
            <ac:spMk id="8" creationId="{DB5026DD-CCBF-E3B8-76F0-6FEA59C20F3E}"/>
          </ac:spMkLst>
        </pc:spChg>
        <pc:spChg chg="mod">
          <ac:chgData name="Mallikarjun Telu" userId="4b4fb7115c324c86" providerId="LiveId" clId="{D8D3A0F6-DF19-41B4-AAF0-356D09E1035C}" dt="2026-05-07T13:30:26.071" v="858" actId="1076"/>
          <ac:spMkLst>
            <pc:docMk/>
            <pc:sldMk cId="1671205085" sldId="257"/>
            <ac:spMk id="10" creationId="{1759AC7B-226B-DC4B-843A-BEAD184EB645}"/>
          </ac:spMkLst>
        </pc:spChg>
        <pc:picChg chg="add mod">
          <ac:chgData name="Mallikarjun Telu" userId="4b4fb7115c324c86" providerId="LiveId" clId="{D8D3A0F6-DF19-41B4-AAF0-356D09E1035C}" dt="2026-05-07T13:31:27.287" v="869" actId="1076"/>
          <ac:picMkLst>
            <pc:docMk/>
            <pc:sldMk cId="1671205085" sldId="257"/>
            <ac:picMk id="2" creationId="{001B4A97-75B1-EADB-4128-78EBF19E9922}"/>
          </ac:picMkLst>
        </pc:picChg>
      </pc:sldChg>
      <pc:sldChg chg="addSp delSp modSp new mod modTransition">
        <pc:chgData name="Mallikarjun Telu" userId="4b4fb7115c324c86" providerId="LiveId" clId="{D8D3A0F6-DF19-41B4-AAF0-356D09E1035C}" dt="2026-05-07T13:33:06.617" v="873" actId="478"/>
        <pc:sldMkLst>
          <pc:docMk/>
          <pc:sldMk cId="535731914" sldId="258"/>
        </pc:sldMkLst>
        <pc:spChg chg="add del">
          <ac:chgData name="Mallikarjun Telu" userId="4b4fb7115c324c86" providerId="LiveId" clId="{D8D3A0F6-DF19-41B4-AAF0-356D09E1035C}" dt="2026-05-07T11:55:26.054" v="143" actId="478"/>
          <ac:spMkLst>
            <pc:docMk/>
            <pc:sldMk cId="535731914" sldId="258"/>
            <ac:spMk id="3" creationId="{2BEC3106-D6C7-58A0-3B01-9F9644BFFBFE}"/>
          </ac:spMkLst>
        </pc:spChg>
        <pc:spChg chg="add del">
          <ac:chgData name="Mallikarjun Telu" userId="4b4fb7115c324c86" providerId="LiveId" clId="{D8D3A0F6-DF19-41B4-AAF0-356D09E1035C}" dt="2026-05-07T13:33:06.617" v="873" actId="478"/>
          <ac:spMkLst>
            <pc:docMk/>
            <pc:sldMk cId="535731914" sldId="258"/>
            <ac:spMk id="4" creationId="{3F038B3A-6657-128A-DFC1-F63D917D6A86}"/>
          </ac:spMkLst>
        </pc:spChg>
        <pc:spChg chg="add del">
          <ac:chgData name="Mallikarjun Telu" userId="4b4fb7115c324c86" providerId="LiveId" clId="{D8D3A0F6-DF19-41B4-AAF0-356D09E1035C}" dt="2026-05-07T11:55:31.546" v="145" actId="478"/>
          <ac:spMkLst>
            <pc:docMk/>
            <pc:sldMk cId="535731914" sldId="258"/>
            <ac:spMk id="5" creationId="{A98C7B44-7B16-382C-87C6-1BE2A11E3EB7}"/>
          </ac:spMkLst>
        </pc:spChg>
        <pc:spChg chg="add mod">
          <ac:chgData name="Mallikarjun Telu" userId="4b4fb7115c324c86" providerId="LiveId" clId="{D8D3A0F6-DF19-41B4-AAF0-356D09E1035C}" dt="2026-05-07T12:17:02.845" v="311" actId="1076"/>
          <ac:spMkLst>
            <pc:docMk/>
            <pc:sldMk cId="535731914" sldId="258"/>
            <ac:spMk id="7" creationId="{4DC7ADEC-0715-5F2B-78FF-9CADE3C6DCA1}"/>
          </ac:spMkLst>
        </pc:spChg>
        <pc:spChg chg="add del mod">
          <ac:chgData name="Mallikarjun Telu" userId="4b4fb7115c324c86" providerId="LiveId" clId="{D8D3A0F6-DF19-41B4-AAF0-356D09E1035C}" dt="2026-05-07T11:57:45.845" v="174" actId="478"/>
          <ac:spMkLst>
            <pc:docMk/>
            <pc:sldMk cId="535731914" sldId="258"/>
            <ac:spMk id="8" creationId="{52765A04-C996-D71C-5380-D6D335FB1C6D}"/>
          </ac:spMkLst>
        </pc:spChg>
        <pc:spChg chg="add del mod">
          <ac:chgData name="Mallikarjun Telu" userId="4b4fb7115c324c86" providerId="LiveId" clId="{D8D3A0F6-DF19-41B4-AAF0-356D09E1035C}" dt="2026-05-07T11:58:37.074" v="184" actId="478"/>
          <ac:spMkLst>
            <pc:docMk/>
            <pc:sldMk cId="535731914" sldId="258"/>
            <ac:spMk id="9" creationId="{3597CA87-1AC8-96E1-5A81-EA87F527CEFF}"/>
          </ac:spMkLst>
        </pc:spChg>
        <pc:spChg chg="add mod">
          <ac:chgData name="Mallikarjun Telu" userId="4b4fb7115c324c86" providerId="LiveId" clId="{D8D3A0F6-DF19-41B4-AAF0-356D09E1035C}" dt="2026-05-07T13:32:56.765" v="871" actId="14100"/>
          <ac:spMkLst>
            <pc:docMk/>
            <pc:sldMk cId="535731914" sldId="258"/>
            <ac:spMk id="10" creationId="{4F521336-0DF9-4985-5ECB-9D46B3830F88}"/>
          </ac:spMkLst>
        </pc:spChg>
        <pc:spChg chg="add del mod">
          <ac:chgData name="Mallikarjun Telu" userId="4b4fb7115c324c86" providerId="LiveId" clId="{D8D3A0F6-DF19-41B4-AAF0-356D09E1035C}" dt="2026-05-07T12:14:42.659" v="301" actId="478"/>
          <ac:spMkLst>
            <pc:docMk/>
            <pc:sldMk cId="535731914" sldId="258"/>
            <ac:spMk id="11" creationId="{6C759B19-7B52-DF1C-56E9-E04F2E8D7E1C}"/>
          </ac:spMkLst>
        </pc:spChg>
        <pc:picChg chg="add del">
          <ac:chgData name="Mallikarjun Telu" userId="4b4fb7115c324c86" providerId="LiveId" clId="{D8D3A0F6-DF19-41B4-AAF0-356D09E1035C}" dt="2026-05-07T13:29:43.741" v="854" actId="478"/>
          <ac:picMkLst>
            <pc:docMk/>
            <pc:sldMk cId="535731914" sldId="258"/>
            <ac:picMk id="2" creationId="{C6836609-002B-EC28-1AA3-7EC1BD50B406}"/>
          </ac:picMkLst>
        </pc:picChg>
      </pc:sldChg>
      <pc:sldChg chg="addSp delSp modSp new mod">
        <pc:chgData name="Mallikarjun Telu" userId="4b4fb7115c324c86" providerId="LiveId" clId="{D8D3A0F6-DF19-41B4-AAF0-356D09E1035C}" dt="2026-05-07T12:20:44.983" v="381" actId="20577"/>
        <pc:sldMkLst>
          <pc:docMk/>
          <pc:sldMk cId="3690798037" sldId="259"/>
        </pc:sldMkLst>
        <pc:spChg chg="add del mod">
          <ac:chgData name="Mallikarjun Telu" userId="4b4fb7115c324c86" providerId="LiveId" clId="{D8D3A0F6-DF19-41B4-AAF0-356D09E1035C}" dt="2026-05-07T12:17:28.017" v="333" actId="478"/>
          <ac:spMkLst>
            <pc:docMk/>
            <pc:sldMk cId="3690798037" sldId="259"/>
            <ac:spMk id="3" creationId="{CD3AD4A9-B6E9-E37B-EC31-558B30080AF5}"/>
          </ac:spMkLst>
        </pc:spChg>
        <pc:spChg chg="add mod">
          <ac:chgData name="Mallikarjun Telu" userId="4b4fb7115c324c86" providerId="LiveId" clId="{D8D3A0F6-DF19-41B4-AAF0-356D09E1035C}" dt="2026-05-07T12:18:52.130" v="359" actId="1076"/>
          <ac:spMkLst>
            <pc:docMk/>
            <pc:sldMk cId="3690798037" sldId="259"/>
            <ac:spMk id="5" creationId="{DEC65343-3978-1506-DBF3-269E52471A14}"/>
          </ac:spMkLst>
        </pc:spChg>
        <pc:spChg chg="add mod">
          <ac:chgData name="Mallikarjun Telu" userId="4b4fb7115c324c86" providerId="LiveId" clId="{D8D3A0F6-DF19-41B4-AAF0-356D09E1035C}" dt="2026-05-07T12:20:44.983" v="381" actId="20577"/>
          <ac:spMkLst>
            <pc:docMk/>
            <pc:sldMk cId="3690798037" sldId="259"/>
            <ac:spMk id="6" creationId="{330001DE-7C92-D130-E017-DAB62065A7E0}"/>
          </ac:spMkLst>
        </pc:spChg>
      </pc:sldChg>
      <pc:sldChg chg="addSp delSp modSp new mod ord">
        <pc:chgData name="Mallikarjun Telu" userId="4b4fb7115c324c86" providerId="LiveId" clId="{D8D3A0F6-DF19-41B4-AAF0-356D09E1035C}" dt="2026-05-07T13:38:41.016" v="886" actId="1076"/>
        <pc:sldMkLst>
          <pc:docMk/>
          <pc:sldMk cId="3549042852" sldId="260"/>
        </pc:sldMkLst>
        <pc:spChg chg="add mod">
          <ac:chgData name="Mallikarjun Telu" userId="4b4fb7115c324c86" providerId="LiveId" clId="{D8D3A0F6-DF19-41B4-AAF0-356D09E1035C}" dt="2026-05-07T12:23:02.069" v="414" actId="1076"/>
          <ac:spMkLst>
            <pc:docMk/>
            <pc:sldMk cId="3549042852" sldId="260"/>
            <ac:spMk id="3" creationId="{6BED59FE-632A-5AE3-ABA2-DBBED656C8E4}"/>
          </ac:spMkLst>
        </pc:spChg>
        <pc:spChg chg="add mod">
          <ac:chgData name="Mallikarjun Telu" userId="4b4fb7115c324c86" providerId="LiveId" clId="{D8D3A0F6-DF19-41B4-AAF0-356D09E1035C}" dt="2026-05-07T13:38:41.016" v="886" actId="1076"/>
          <ac:spMkLst>
            <pc:docMk/>
            <pc:sldMk cId="3549042852" sldId="260"/>
            <ac:spMk id="4" creationId="{052DDBDA-36F3-D624-D7A9-8152273AF30D}"/>
          </ac:spMkLst>
        </pc:spChg>
        <pc:spChg chg="add del">
          <ac:chgData name="Mallikarjun Telu" userId="4b4fb7115c324c86" providerId="LiveId" clId="{D8D3A0F6-DF19-41B4-AAF0-356D09E1035C}" dt="2026-05-07T13:37:38.900" v="879" actId="478"/>
          <ac:spMkLst>
            <pc:docMk/>
            <pc:sldMk cId="3549042852" sldId="260"/>
            <ac:spMk id="5" creationId="{B5A3C426-0A17-925A-4BA7-BACFE62F4000}"/>
          </ac:spMkLst>
        </pc:spChg>
        <pc:spChg chg="add del">
          <ac:chgData name="Mallikarjun Telu" userId="4b4fb7115c324c86" providerId="LiveId" clId="{D8D3A0F6-DF19-41B4-AAF0-356D09E1035C}" dt="2026-05-07T13:35:33.329" v="878" actId="478"/>
          <ac:spMkLst>
            <pc:docMk/>
            <pc:sldMk cId="3549042852" sldId="260"/>
            <ac:spMk id="7" creationId="{D05FF67D-493F-E4D3-1B00-67530152507C}"/>
          </ac:spMkLst>
        </pc:spChg>
        <pc:picChg chg="add mod">
          <ac:chgData name="Mallikarjun Telu" userId="4b4fb7115c324c86" providerId="LiveId" clId="{D8D3A0F6-DF19-41B4-AAF0-356D09E1035C}" dt="2026-05-07T13:38:27.318" v="885" actId="14100"/>
          <ac:picMkLst>
            <pc:docMk/>
            <pc:sldMk cId="3549042852" sldId="260"/>
            <ac:picMk id="9" creationId="{776C1C36-21A1-01C8-7611-F8C2B07A7E51}"/>
          </ac:picMkLst>
        </pc:picChg>
      </pc:sldChg>
      <pc:sldChg chg="addSp modSp new mod">
        <pc:chgData name="Mallikarjun Telu" userId="4b4fb7115c324c86" providerId="LiveId" clId="{D8D3A0F6-DF19-41B4-AAF0-356D09E1035C}" dt="2026-05-07T12:36:15.189" v="530" actId="255"/>
        <pc:sldMkLst>
          <pc:docMk/>
          <pc:sldMk cId="3745626331" sldId="261"/>
        </pc:sldMkLst>
        <pc:spChg chg="add mod">
          <ac:chgData name="Mallikarjun Telu" userId="4b4fb7115c324c86" providerId="LiveId" clId="{D8D3A0F6-DF19-41B4-AAF0-356D09E1035C}" dt="2026-05-07T12:34:03.582" v="506" actId="12"/>
          <ac:spMkLst>
            <pc:docMk/>
            <pc:sldMk cId="3745626331" sldId="261"/>
            <ac:spMk id="2" creationId="{5589D7BE-058C-5EAD-9C51-B9D40AA6A7F4}"/>
          </ac:spMkLst>
        </pc:spChg>
        <pc:spChg chg="add mod">
          <ac:chgData name="Mallikarjun Telu" userId="4b4fb7115c324c86" providerId="LiveId" clId="{D8D3A0F6-DF19-41B4-AAF0-356D09E1035C}" dt="2026-05-07T12:36:15.189" v="530" actId="255"/>
          <ac:spMkLst>
            <pc:docMk/>
            <pc:sldMk cId="3745626331" sldId="261"/>
            <ac:spMk id="4" creationId="{E37BE590-B8C0-FDD4-40E1-58B3EBBC266A}"/>
          </ac:spMkLst>
        </pc:spChg>
      </pc:sldChg>
      <pc:sldChg chg="addSp modSp new mod">
        <pc:chgData name="Mallikarjun Telu" userId="4b4fb7115c324c86" providerId="LiveId" clId="{D8D3A0F6-DF19-41B4-AAF0-356D09E1035C}" dt="2026-05-07T12:45:32.652" v="576" actId="1076"/>
        <pc:sldMkLst>
          <pc:docMk/>
          <pc:sldMk cId="3904718193" sldId="262"/>
        </pc:sldMkLst>
        <pc:spChg chg="add mod">
          <ac:chgData name="Mallikarjun Telu" userId="4b4fb7115c324c86" providerId="LiveId" clId="{D8D3A0F6-DF19-41B4-AAF0-356D09E1035C}" dt="2026-05-07T12:45:32.652" v="576" actId="1076"/>
          <ac:spMkLst>
            <pc:docMk/>
            <pc:sldMk cId="3904718193" sldId="262"/>
            <ac:spMk id="2" creationId="{B4F99109-6CB9-B1FD-14FD-117C2325C097}"/>
          </ac:spMkLst>
        </pc:spChg>
        <pc:spChg chg="add mod">
          <ac:chgData name="Mallikarjun Telu" userId="4b4fb7115c324c86" providerId="LiveId" clId="{D8D3A0F6-DF19-41B4-AAF0-356D09E1035C}" dt="2026-05-07T12:45:23.524" v="575" actId="1076"/>
          <ac:spMkLst>
            <pc:docMk/>
            <pc:sldMk cId="3904718193" sldId="262"/>
            <ac:spMk id="4" creationId="{ED6BA076-AD91-A8AB-54DE-F10621C0F5CB}"/>
          </ac:spMkLst>
        </pc:spChg>
      </pc:sldChg>
      <pc:sldChg chg="addSp modSp new mod">
        <pc:chgData name="Mallikarjun Telu" userId="4b4fb7115c324c86" providerId="LiveId" clId="{D8D3A0F6-DF19-41B4-AAF0-356D09E1035C}" dt="2026-05-07T12:51:00.838" v="764" actId="255"/>
        <pc:sldMkLst>
          <pc:docMk/>
          <pc:sldMk cId="1650552130" sldId="263"/>
        </pc:sldMkLst>
        <pc:spChg chg="add mod">
          <ac:chgData name="Mallikarjun Telu" userId="4b4fb7115c324c86" providerId="LiveId" clId="{D8D3A0F6-DF19-41B4-AAF0-356D09E1035C}" dt="2026-05-07T12:50:08.715" v="736" actId="20577"/>
          <ac:spMkLst>
            <pc:docMk/>
            <pc:sldMk cId="1650552130" sldId="263"/>
            <ac:spMk id="2" creationId="{308DB328-C76D-97A8-CEDE-4A22324BF26A}"/>
          </ac:spMkLst>
        </pc:spChg>
        <pc:spChg chg="add mod">
          <ac:chgData name="Mallikarjun Telu" userId="4b4fb7115c324c86" providerId="LiveId" clId="{D8D3A0F6-DF19-41B4-AAF0-356D09E1035C}" dt="2026-05-07T12:51:00.838" v="764" actId="255"/>
          <ac:spMkLst>
            <pc:docMk/>
            <pc:sldMk cId="1650552130" sldId="263"/>
            <ac:spMk id="4" creationId="{FF6B5BC3-00FC-1D5E-81B0-2281DAEAB35F}"/>
          </ac:spMkLst>
        </pc:spChg>
      </pc:sldChg>
      <pc:sldChg chg="addSp delSp modSp new mod">
        <pc:chgData name="Mallikarjun Telu" userId="4b4fb7115c324c86" providerId="LiveId" clId="{D8D3A0F6-DF19-41B4-AAF0-356D09E1035C}" dt="2026-05-07T12:54:27.305" v="802" actId="1076"/>
        <pc:sldMkLst>
          <pc:docMk/>
          <pc:sldMk cId="3541453974" sldId="264"/>
        </pc:sldMkLst>
        <pc:spChg chg="add mod">
          <ac:chgData name="Mallikarjun Telu" userId="4b4fb7115c324c86" providerId="LiveId" clId="{D8D3A0F6-DF19-41B4-AAF0-356D09E1035C}" dt="2026-05-07T12:52:42.617" v="786" actId="1076"/>
          <ac:spMkLst>
            <pc:docMk/>
            <pc:sldMk cId="3541453974" sldId="264"/>
            <ac:spMk id="3" creationId="{0D46AAF2-816B-896B-00D3-F3128B1C7412}"/>
          </ac:spMkLst>
        </pc:spChg>
        <pc:picChg chg="add del mod">
          <ac:chgData name="Mallikarjun Telu" userId="4b4fb7115c324c86" providerId="LiveId" clId="{D8D3A0F6-DF19-41B4-AAF0-356D09E1035C}" dt="2026-05-07T12:54:00.809" v="794" actId="478"/>
          <ac:picMkLst>
            <pc:docMk/>
            <pc:sldMk cId="3541453974" sldId="264"/>
            <ac:picMk id="5" creationId="{0061E5CC-2C40-E238-CBA2-FF8A925804AA}"/>
          </ac:picMkLst>
        </pc:picChg>
        <pc:picChg chg="add mod">
          <ac:chgData name="Mallikarjun Telu" userId="4b4fb7115c324c86" providerId="LiveId" clId="{D8D3A0F6-DF19-41B4-AAF0-356D09E1035C}" dt="2026-05-07T12:54:27.305" v="802" actId="1076"/>
          <ac:picMkLst>
            <pc:docMk/>
            <pc:sldMk cId="3541453974" sldId="264"/>
            <ac:picMk id="7" creationId="{856FF606-D480-3211-ED6C-A1F052DABDBE}"/>
          </ac:picMkLst>
        </pc:picChg>
      </pc:sldChg>
      <pc:sldChg chg="addSp modSp new mod ord">
        <pc:chgData name="Mallikarjun Telu" userId="4b4fb7115c324c86" providerId="LiveId" clId="{D8D3A0F6-DF19-41B4-AAF0-356D09E1035C}" dt="2026-05-07T12:59:44.148" v="837" actId="12"/>
        <pc:sldMkLst>
          <pc:docMk/>
          <pc:sldMk cId="2049056825" sldId="265"/>
        </pc:sldMkLst>
        <pc:spChg chg="add mod">
          <ac:chgData name="Mallikarjun Telu" userId="4b4fb7115c324c86" providerId="LiveId" clId="{D8D3A0F6-DF19-41B4-AAF0-356D09E1035C}" dt="2026-05-07T12:58:03.341" v="827" actId="1076"/>
          <ac:spMkLst>
            <pc:docMk/>
            <pc:sldMk cId="2049056825" sldId="265"/>
            <ac:spMk id="3" creationId="{17D36FB0-26D3-3BB0-414D-6F7829C39192}"/>
          </ac:spMkLst>
        </pc:spChg>
        <pc:spChg chg="add mod">
          <ac:chgData name="Mallikarjun Telu" userId="4b4fb7115c324c86" providerId="LiveId" clId="{D8D3A0F6-DF19-41B4-AAF0-356D09E1035C}" dt="2026-05-07T12:59:44.148" v="837" actId="12"/>
          <ac:spMkLst>
            <pc:docMk/>
            <pc:sldMk cId="2049056825" sldId="265"/>
            <ac:spMk id="4" creationId="{08F442C7-2AFA-18DB-5262-72609A6A93CF}"/>
          </ac:spMkLst>
        </pc:spChg>
      </pc:sldChg>
      <pc:sldChg chg="addSp delSp modSp new mod ord">
        <pc:chgData name="Mallikarjun Telu" userId="4b4fb7115c324c86" providerId="LiveId" clId="{D8D3A0F6-DF19-41B4-AAF0-356D09E1035C}" dt="2026-05-07T13:45:01.564" v="936" actId="1076"/>
        <pc:sldMkLst>
          <pc:docMk/>
          <pc:sldMk cId="3296688310" sldId="266"/>
        </pc:sldMkLst>
        <pc:spChg chg="add mod">
          <ac:chgData name="Mallikarjun Telu" userId="4b4fb7115c324c86" providerId="LiveId" clId="{D8D3A0F6-DF19-41B4-AAF0-356D09E1035C}" dt="2026-05-07T13:44:02.500" v="898" actId="1076"/>
          <ac:spMkLst>
            <pc:docMk/>
            <pc:sldMk cId="3296688310" sldId="266"/>
            <ac:spMk id="2" creationId="{2DF77042-13E2-832C-DE62-F0BB28C7B270}"/>
          </ac:spMkLst>
        </pc:spChg>
        <pc:spChg chg="add del mod">
          <ac:chgData name="Mallikarjun Telu" userId="4b4fb7115c324c86" providerId="LiveId" clId="{D8D3A0F6-DF19-41B4-AAF0-356D09E1035C}" dt="2026-05-07T13:00:18.565" v="851" actId="478"/>
          <ac:spMkLst>
            <pc:docMk/>
            <pc:sldMk cId="3296688310" sldId="266"/>
            <ac:spMk id="3" creationId="{85C82C67-E533-1C0D-5AD8-C5A464E95E68}"/>
          </ac:spMkLst>
        </pc:spChg>
        <pc:spChg chg="add mod">
          <ac:chgData name="Mallikarjun Telu" userId="4b4fb7115c324c86" providerId="LiveId" clId="{D8D3A0F6-DF19-41B4-AAF0-356D09E1035C}" dt="2026-05-07T13:45:01.564" v="936" actId="1076"/>
          <ac:spMkLst>
            <pc:docMk/>
            <pc:sldMk cId="3296688310" sldId="266"/>
            <ac:spMk id="4" creationId="{63A0689D-C0ED-D349-40CD-8BBF85965D92}"/>
          </ac:spMkLst>
        </pc:spChg>
      </pc:sldChg>
      <pc:sldChg chg="addSp modSp new mod">
        <pc:chgData name="Mallikarjun Telu" userId="4b4fb7115c324c86" providerId="LiveId" clId="{D8D3A0F6-DF19-41B4-AAF0-356D09E1035C}" dt="2026-05-07T14:33:22.120" v="976" actId="1076"/>
        <pc:sldMkLst>
          <pc:docMk/>
          <pc:sldMk cId="3911238705" sldId="267"/>
        </pc:sldMkLst>
        <pc:spChg chg="add mod">
          <ac:chgData name="Mallikarjun Telu" userId="4b4fb7115c324c86" providerId="LiveId" clId="{D8D3A0F6-DF19-41B4-AAF0-356D09E1035C}" dt="2026-05-07T14:31:21.793" v="947" actId="1076"/>
          <ac:spMkLst>
            <pc:docMk/>
            <pc:sldMk cId="3911238705" sldId="267"/>
            <ac:spMk id="2" creationId="{7470ED20-9D89-D6D0-17FC-C359F473DE96}"/>
          </ac:spMkLst>
        </pc:spChg>
        <pc:spChg chg="add mod">
          <ac:chgData name="Mallikarjun Telu" userId="4b4fb7115c324c86" providerId="LiveId" clId="{D8D3A0F6-DF19-41B4-AAF0-356D09E1035C}" dt="2026-05-07T14:33:22.120" v="976" actId="1076"/>
          <ac:spMkLst>
            <pc:docMk/>
            <pc:sldMk cId="3911238705" sldId="267"/>
            <ac:spMk id="4" creationId="{553924A5-54F6-C436-0495-8DDD17841635}"/>
          </ac:spMkLst>
        </pc:spChg>
      </pc:sldChg>
      <pc:sldChg chg="addSp modSp new mod">
        <pc:chgData name="Mallikarjun Telu" userId="4b4fb7115c324c86" providerId="LiveId" clId="{D8D3A0F6-DF19-41B4-AAF0-356D09E1035C}" dt="2026-05-07T14:37:18.231" v="1020" actId="20577"/>
        <pc:sldMkLst>
          <pc:docMk/>
          <pc:sldMk cId="1383151306" sldId="268"/>
        </pc:sldMkLst>
        <pc:spChg chg="add mod">
          <ac:chgData name="Mallikarjun Telu" userId="4b4fb7115c324c86" providerId="LiveId" clId="{D8D3A0F6-DF19-41B4-AAF0-356D09E1035C}" dt="2026-05-07T14:34:14.333" v="1005" actId="1076"/>
          <ac:spMkLst>
            <pc:docMk/>
            <pc:sldMk cId="1383151306" sldId="268"/>
            <ac:spMk id="3" creationId="{CAC32F08-9250-8CE3-BD36-53A91685B354}"/>
          </ac:spMkLst>
        </pc:spChg>
        <pc:spChg chg="add mod">
          <ac:chgData name="Mallikarjun Telu" userId="4b4fb7115c324c86" providerId="LiveId" clId="{D8D3A0F6-DF19-41B4-AAF0-356D09E1035C}" dt="2026-05-07T14:37:18.231" v="1020" actId="20577"/>
          <ac:spMkLst>
            <pc:docMk/>
            <pc:sldMk cId="1383151306" sldId="268"/>
            <ac:spMk id="4" creationId="{18CF7837-A956-8DFF-91DF-C20E9E408931}"/>
          </ac:spMkLst>
        </pc:spChg>
      </pc:sldChg>
      <pc:sldChg chg="addSp delSp modSp new mod">
        <pc:chgData name="Mallikarjun Telu" userId="4b4fb7115c324c86" providerId="LiveId" clId="{D8D3A0F6-DF19-41B4-AAF0-356D09E1035C}" dt="2026-05-07T14:54:55.376" v="1096"/>
        <pc:sldMkLst>
          <pc:docMk/>
          <pc:sldMk cId="2306878122" sldId="269"/>
        </pc:sldMkLst>
        <pc:spChg chg="add del mod">
          <ac:chgData name="Mallikarjun Telu" userId="4b4fb7115c324c86" providerId="LiveId" clId="{D8D3A0F6-DF19-41B4-AAF0-356D09E1035C}" dt="2026-05-07T14:54:24.328" v="1091" actId="478"/>
          <ac:spMkLst>
            <pc:docMk/>
            <pc:sldMk cId="2306878122" sldId="269"/>
            <ac:spMk id="2" creationId="{DCC8715B-97A8-F690-2148-6526483D1DF7}"/>
          </ac:spMkLst>
        </pc:spChg>
        <pc:picChg chg="add del mod">
          <ac:chgData name="Mallikarjun Telu" userId="4b4fb7115c324c86" providerId="LiveId" clId="{D8D3A0F6-DF19-41B4-AAF0-356D09E1035C}" dt="2026-05-07T14:49:42.232" v="1077" actId="478"/>
          <ac:picMkLst>
            <pc:docMk/>
            <pc:sldMk cId="2306878122" sldId="269"/>
            <ac:picMk id="3" creationId="{94826EAD-274D-7055-26C0-1A429B2883FA}"/>
          </ac:picMkLst>
        </pc:picChg>
        <pc:picChg chg="add del mod">
          <ac:chgData name="Mallikarjun Telu" userId="4b4fb7115c324c86" providerId="LiveId" clId="{D8D3A0F6-DF19-41B4-AAF0-356D09E1035C}" dt="2026-05-07T14:50:01.556" v="1082" actId="478"/>
          <ac:picMkLst>
            <pc:docMk/>
            <pc:sldMk cId="2306878122" sldId="269"/>
            <ac:picMk id="4" creationId="{488C8532-BB31-04DD-9CC1-1AD8B38A3BAF}"/>
          </ac:picMkLst>
        </pc:picChg>
        <pc:picChg chg="add del mod">
          <ac:chgData name="Mallikarjun Telu" userId="4b4fb7115c324c86" providerId="LiveId" clId="{D8D3A0F6-DF19-41B4-AAF0-356D09E1035C}" dt="2026-05-07T14:54:05.203" v="1088" actId="478"/>
          <ac:picMkLst>
            <pc:docMk/>
            <pc:sldMk cId="2306878122" sldId="269"/>
            <ac:picMk id="5" creationId="{BCBA476C-90B2-56C0-DE1A-2DB7B1F350B6}"/>
          </ac:picMkLst>
        </pc:picChg>
        <pc:picChg chg="add mod">
          <ac:chgData name="Mallikarjun Telu" userId="4b4fb7115c324c86" providerId="LiveId" clId="{D8D3A0F6-DF19-41B4-AAF0-356D09E1035C}" dt="2026-05-07T14:54:55.376" v="1096"/>
          <ac:picMkLst>
            <pc:docMk/>
            <pc:sldMk cId="2306878122" sldId="269"/>
            <ac:picMk id="7" creationId="{CBE46751-CB1D-E061-A5A0-46165BDC3B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1E08A-1690-4786-B6AB-CD2C85574B1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D9A9B-E57E-40AE-9F05-01306695E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58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16835-4AF9-463E-BBA6-266C91CA0A0A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03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1C22-FDEC-4B16-B8C2-75597B47CC7F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63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EA803-6B7D-4F5C-90BD-5C22AC5117DA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80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B53F-F1E3-4985-B909-163FC2716BF7}" type="datetime1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73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4EC46-46DB-438E-9F46-163BAA374AEB}" type="datetime1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520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FC2D-37B4-4DC4-9C1B-3273903334F2}" type="datetime1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6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95AA-D2A1-44F4-AF38-263D7844CDB3}" type="datetime1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42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FA604-01FC-4A51-AB76-B2B708A00471}" type="datetime1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952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F0E-1EAD-4395-A1E8-9AB05BAE2D21}" type="datetime1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86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B9C3D-1F52-48B0-B92A-3F867B0FCD48}" type="datetime1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75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19835-8D15-445B-8A16-20650001728A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708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BFD3-30DD-4E79-9D19-641BACC07A40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255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F84-F3F2-43EC-9D31-5B8DE0B802B0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95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DCA7-8AC4-44A3-9945-08C2916E2721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964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FFF-1BB9-4FC5-A02B-75E478CDA64D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485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6AA-C078-4718-B31B-E6C232F07836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040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0DAE-8040-489D-9A18-10240750FCA3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438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C689DA-F028-47DA-ACF8-E141E54D2A5D}" type="datetime1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7BC631-A63D-43E8-B3E7-40601889D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48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35C2-43E8-21BA-96E5-E8F12998D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5919" y="1573423"/>
            <a:ext cx="9448802" cy="1388534"/>
          </a:xfrm>
        </p:spPr>
        <p:txBody>
          <a:bodyPr>
            <a:noAutofit/>
          </a:bodyPr>
          <a:lstStyle/>
          <a:p>
            <a:pPr algn="ctr"/>
            <a:r>
              <a:rPr lang="en-US" sz="5800" dirty="0">
                <a:latin typeface="Algerian" panose="04020705040A02060702" pitchFamily="82" charset="0"/>
              </a:rPr>
              <a:t>SMART EXPENSE </a:t>
            </a:r>
            <a:r>
              <a:rPr lang="en-US" sz="5600" dirty="0">
                <a:latin typeface="Algerian" panose="04020705040A02060702" pitchFamily="82" charset="0"/>
              </a:rPr>
              <a:t>TRACKER</a:t>
            </a:r>
            <a:r>
              <a:rPr lang="en-US" sz="5800" dirty="0">
                <a:latin typeface="Algerian" panose="04020705040A02060702" pitchFamily="82" charset="0"/>
              </a:rPr>
              <a:t> </a:t>
            </a:r>
            <a:endParaRPr lang="en-IN" sz="58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B84B9-BFFC-1A8E-FA4E-96C428BE5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1862" y="3075704"/>
            <a:ext cx="6987645" cy="83056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lgerian" panose="04020705040A02060702" pitchFamily="82" charset="0"/>
              </a:rPr>
              <a:t>A MINI C++ PROJECT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FDFC5-57DB-1969-7D4B-9578899E10F1}"/>
              </a:ext>
            </a:extLst>
          </p:cNvPr>
          <p:cNvSpPr txBox="1"/>
          <p:nvPr/>
        </p:nvSpPr>
        <p:spPr>
          <a:xfrm>
            <a:off x="6110989" y="4340529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Agency FB" panose="020B0503020202020204" pitchFamily="34" charset="0"/>
              </a:rPr>
              <a:t>TEAM MEMBERS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97EA8-8B4E-C54F-C179-80B487223A3A}"/>
              </a:ext>
            </a:extLst>
          </p:cNvPr>
          <p:cNvSpPr txBox="1"/>
          <p:nvPr/>
        </p:nvSpPr>
        <p:spPr>
          <a:xfrm>
            <a:off x="8098436" y="4867817"/>
            <a:ext cx="63183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2000" b="1" dirty="0">
                <a:latin typeface="Agency FB" panose="020B0503020202020204" pitchFamily="34" charset="0"/>
              </a:rPr>
              <a:t>VASAMSETTI JAHNAVI DEVI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2000" b="1" dirty="0">
                <a:latin typeface="Agency FB" panose="020B0503020202020204" pitchFamily="34" charset="0"/>
              </a:rPr>
              <a:t>DEVISETTI VENKATA RISHI RAJ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2000" b="1" dirty="0">
                <a:latin typeface="Agency FB" panose="020B0503020202020204" pitchFamily="34" charset="0"/>
              </a:rPr>
              <a:t>TELU MALLIKARJUN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2000" b="1" dirty="0">
                <a:latin typeface="Agency FB" panose="020B0503020202020204" pitchFamily="34" charset="0"/>
              </a:rPr>
              <a:t>GUMMALLA VEERA MANIKANTA VIVEK     </a:t>
            </a:r>
          </a:p>
        </p:txBody>
      </p:sp>
      <p:pic>
        <p:nvPicPr>
          <p:cNvPr id="8" name="Picture 7" descr="Smart Expense Tracker - Apps on Google Play">
            <a:extLst>
              <a:ext uri="{FF2B5EF4-FFF2-40B4-BE49-F238E27FC236}">
                <a16:creationId xmlns:a16="http://schemas.microsoft.com/office/drawing/2014/main" id="{AB3EABD5-FAD5-2854-ACF6-4B3780F15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241" y="1255426"/>
            <a:ext cx="2534504" cy="253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1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2DB78C-CB4B-F5C8-867E-B73DD9E676E8}"/>
              </a:ext>
            </a:extLst>
          </p:cNvPr>
          <p:cNvSpPr txBox="1"/>
          <p:nvPr/>
        </p:nvSpPr>
        <p:spPr>
          <a:xfrm>
            <a:off x="3049250" y="347725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ITRODUCTION</a:t>
            </a:r>
            <a:endParaRPr lang="en-IN" sz="40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07FBD-498E-76F4-7D56-8FC511018B6E}"/>
              </a:ext>
            </a:extLst>
          </p:cNvPr>
          <p:cNvSpPr txBox="1"/>
          <p:nvPr/>
        </p:nvSpPr>
        <p:spPr>
          <a:xfrm>
            <a:off x="1169232" y="1693888"/>
            <a:ext cx="8679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Expense management is important in daily life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026DD-CCBF-E3B8-76F0-6FEA59C20F3E}"/>
              </a:ext>
            </a:extLst>
          </p:cNvPr>
          <p:cNvSpPr txBox="1"/>
          <p:nvPr/>
        </p:nvSpPr>
        <p:spPr>
          <a:xfrm>
            <a:off x="1169232" y="2451608"/>
            <a:ext cx="7345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Manual tracking is difficult and error-prone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9AC7B-226B-DC4B-843A-BEAD184EB645}"/>
              </a:ext>
            </a:extLst>
          </p:cNvPr>
          <p:cNvSpPr txBox="1"/>
          <p:nvPr/>
        </p:nvSpPr>
        <p:spPr>
          <a:xfrm>
            <a:off x="1169232" y="3209328"/>
            <a:ext cx="7345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/>
              <a:t>This project provides a simple digital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C3CBB-BD12-A295-6042-49335BA4EEC0}"/>
              </a:ext>
            </a:extLst>
          </p:cNvPr>
          <p:cNvSpPr txBox="1"/>
          <p:nvPr/>
        </p:nvSpPr>
        <p:spPr>
          <a:xfrm>
            <a:off x="1169232" y="3883173"/>
            <a:ext cx="73451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/>
              <a:t>Built using C++ and basic programming concepts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1B4A97-75B1-EADB-4128-78EBF19E9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491" y="2713218"/>
            <a:ext cx="3402827" cy="305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0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DC7ADEC-0715-5F2B-78FF-9CADE3C6DCA1}"/>
              </a:ext>
            </a:extLst>
          </p:cNvPr>
          <p:cNvSpPr txBox="1"/>
          <p:nvPr/>
        </p:nvSpPr>
        <p:spPr>
          <a:xfrm>
            <a:off x="3049250" y="241518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OBJECTIVES</a:t>
            </a:r>
            <a:endParaRPr lang="en-IN" sz="4000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521336-0DF9-4985-5ECB-9D46B3830F88}"/>
              </a:ext>
            </a:extLst>
          </p:cNvPr>
          <p:cNvSpPr txBox="1"/>
          <p:nvPr/>
        </p:nvSpPr>
        <p:spPr>
          <a:xfrm>
            <a:off x="1261673" y="1997839"/>
            <a:ext cx="71328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To develop a system to manage expenses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To allow users to: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     Add expenses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  View records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  Search data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  Delete entries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To implement using C++ and data structures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35731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C65343-3978-1506-DBF3-269E52471A14}"/>
              </a:ext>
            </a:extLst>
          </p:cNvPr>
          <p:cNvSpPr txBox="1"/>
          <p:nvPr/>
        </p:nvSpPr>
        <p:spPr>
          <a:xfrm>
            <a:off x="3049250" y="639792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FEATURES</a:t>
            </a:r>
            <a:endParaRPr lang="en-IN" sz="40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001DE-7C92-D130-E017-DAB62065A7E0}"/>
              </a:ext>
            </a:extLst>
          </p:cNvPr>
          <p:cNvSpPr txBox="1"/>
          <p:nvPr/>
        </p:nvSpPr>
        <p:spPr>
          <a:xfrm>
            <a:off x="3627620" y="1768839"/>
            <a:ext cx="736017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 🔐 Login system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 ➕ Add expense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 📄 View expenses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 🔍 Search by date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 📅 Monthly report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 💰 Total expense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 🗑️ Delete expense</a:t>
            </a:r>
          </a:p>
        </p:txBody>
      </p:sp>
    </p:spTree>
    <p:extLst>
      <p:ext uri="{BB962C8B-B14F-4D97-AF65-F5344CB8AC3E}">
        <p14:creationId xmlns:p14="http://schemas.microsoft.com/office/powerpoint/2010/main" val="369079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ED59FE-632A-5AE3-ABA2-DBBED656C8E4}"/>
              </a:ext>
            </a:extLst>
          </p:cNvPr>
          <p:cNvSpPr txBox="1"/>
          <p:nvPr/>
        </p:nvSpPr>
        <p:spPr>
          <a:xfrm>
            <a:off x="3049250" y="369969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TECH NOLOGIES USED</a:t>
            </a:r>
            <a:endParaRPr lang="en-IN" sz="4000" u="sng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2DDBDA-36F3-D624-D7A9-8152273AF30D}"/>
              </a:ext>
            </a:extLst>
          </p:cNvPr>
          <p:cNvSpPr txBox="1"/>
          <p:nvPr/>
        </p:nvSpPr>
        <p:spPr>
          <a:xfrm>
            <a:off x="1500577" y="2143593"/>
            <a:ext cx="526154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Programming Language: </a:t>
            </a:r>
            <a:r>
              <a:rPr lang="en-US" sz="2400" dirty="0"/>
              <a:t>C++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Concepts Used: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	Structures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	Vectors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	Loops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	Functions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	Exception Handling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6C1C36-21A1-01C8-7611-F8C2B07A7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125" y="1631217"/>
            <a:ext cx="4733620" cy="446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42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89D7BE-058C-5EAD-9C51-B9D40AA6A7F4}"/>
              </a:ext>
            </a:extLst>
          </p:cNvPr>
          <p:cNvSpPr txBox="1"/>
          <p:nvPr/>
        </p:nvSpPr>
        <p:spPr>
          <a:xfrm>
            <a:off x="2513351" y="1566952"/>
            <a:ext cx="716529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dirty="0"/>
              <a:t>Menu-driven program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dirty="0"/>
              <a:t>Data stored using vector (dynamic array)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dirty="0"/>
              <a:t>User input handled using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dirty="0" err="1"/>
              <a:t>getline</a:t>
            </a:r>
            <a:r>
              <a:rPr lang="en-IN" sz="2800" dirty="0"/>
              <a:t>()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dirty="0"/>
              <a:t>Operations performed: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/>
              <a:t>Insert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/>
              <a:t>Delete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/>
              <a:t>Search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/>
              <a:t>Display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BE590-B8C0-FDD4-40E1-58B3EBBC266A}"/>
              </a:ext>
            </a:extLst>
          </p:cNvPr>
          <p:cNvSpPr txBox="1"/>
          <p:nvPr/>
        </p:nvSpPr>
        <p:spPr>
          <a:xfrm>
            <a:off x="2513351" y="534862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METHODOLOGY</a:t>
            </a:r>
            <a:endParaRPr lang="en-IN" sz="4000" u="sng" dirty="0"/>
          </a:p>
        </p:txBody>
      </p:sp>
    </p:spTree>
    <p:extLst>
      <p:ext uri="{BB962C8B-B14F-4D97-AF65-F5344CB8AC3E}">
        <p14:creationId xmlns:p14="http://schemas.microsoft.com/office/powerpoint/2010/main" val="374562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F99109-6CB9-B1FD-14FD-117C2325C097}"/>
              </a:ext>
            </a:extLst>
          </p:cNvPr>
          <p:cNvSpPr txBox="1"/>
          <p:nvPr/>
        </p:nvSpPr>
        <p:spPr>
          <a:xfrm>
            <a:off x="3049250" y="1903751"/>
            <a:ext cx="73451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Start program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Create &amp; verify password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Display menu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User selects operation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Perform action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Repeat until exit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BA076-AD91-A8AB-54DE-F10621C0F5CB}"/>
              </a:ext>
            </a:extLst>
          </p:cNvPr>
          <p:cNvSpPr txBox="1"/>
          <p:nvPr/>
        </p:nvSpPr>
        <p:spPr>
          <a:xfrm>
            <a:off x="3049250" y="564841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SYSTEM WORKFLOW</a:t>
            </a:r>
            <a:endParaRPr lang="en-IN" sz="4000" u="sng" dirty="0"/>
          </a:p>
        </p:txBody>
      </p:sp>
    </p:spTree>
    <p:extLst>
      <p:ext uri="{BB962C8B-B14F-4D97-AF65-F5344CB8AC3E}">
        <p14:creationId xmlns:p14="http://schemas.microsoft.com/office/powerpoint/2010/main" val="3904718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8DB328-C76D-97A8-CEDE-4A22324BF26A}"/>
              </a:ext>
            </a:extLst>
          </p:cNvPr>
          <p:cNvSpPr txBox="1"/>
          <p:nvPr/>
        </p:nvSpPr>
        <p:spPr>
          <a:xfrm>
            <a:off x="2428407" y="1723869"/>
            <a:ext cx="67006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Start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Login authentication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Display menu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Take user input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Perform selected operation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Repeat until exit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End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6B5BC3-00FC-1D5E-81B0-2281DAEAB35F}"/>
              </a:ext>
            </a:extLst>
          </p:cNvPr>
          <p:cNvSpPr txBox="1"/>
          <p:nvPr/>
        </p:nvSpPr>
        <p:spPr>
          <a:xfrm>
            <a:off x="2428407" y="786004"/>
            <a:ext cx="6098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ALGORITHM</a:t>
            </a:r>
            <a:endParaRPr lang="en-IN" sz="4000" u="sng" dirty="0"/>
          </a:p>
        </p:txBody>
      </p:sp>
    </p:spTree>
    <p:extLst>
      <p:ext uri="{BB962C8B-B14F-4D97-AF65-F5344CB8AC3E}">
        <p14:creationId xmlns:p14="http://schemas.microsoft.com/office/powerpoint/2010/main" val="1650552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46AAF2-816B-896B-00D3-F3128B1C7412}"/>
              </a:ext>
            </a:extLst>
          </p:cNvPr>
          <p:cNvSpPr txBox="1"/>
          <p:nvPr/>
        </p:nvSpPr>
        <p:spPr>
          <a:xfrm>
            <a:off x="2725615" y="434312"/>
            <a:ext cx="6098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FLOWCHART</a:t>
            </a:r>
            <a:endParaRPr lang="en-IN" sz="4000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6FF606-D480-3211-ED6C-A1F052DAB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1252172"/>
            <a:ext cx="7757275" cy="517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53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D36FB0-26D3-3BB0-414D-6F7829C39192}"/>
              </a:ext>
            </a:extLst>
          </p:cNvPr>
          <p:cNvSpPr txBox="1"/>
          <p:nvPr/>
        </p:nvSpPr>
        <p:spPr>
          <a:xfrm>
            <a:off x="2931886" y="41767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ADVANTAGES</a:t>
            </a:r>
            <a:endParaRPr lang="en-IN" sz="40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442C7-2AFA-18DB-5262-72609A6A93CF}"/>
              </a:ext>
            </a:extLst>
          </p:cNvPr>
          <p:cNvSpPr txBox="1"/>
          <p:nvPr/>
        </p:nvSpPr>
        <p:spPr>
          <a:xfrm>
            <a:off x="3294744" y="2075543"/>
            <a:ext cx="6807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Simple and easy to use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Fast execution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No external dependencies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Error handling included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Efficient data management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49056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F77042-13E2-832C-DE62-F0BB28C7B270}"/>
              </a:ext>
            </a:extLst>
          </p:cNvPr>
          <p:cNvSpPr txBox="1"/>
          <p:nvPr/>
        </p:nvSpPr>
        <p:spPr>
          <a:xfrm>
            <a:off x="2788170" y="2305615"/>
            <a:ext cx="622091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File storage (save data permanently)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GUI interface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Edit expense feature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Charts and analytics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Mobile/web version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0689D-C0ED-D349-40CD-8BBF85965D92}"/>
              </a:ext>
            </a:extLst>
          </p:cNvPr>
          <p:cNvSpPr txBox="1"/>
          <p:nvPr/>
        </p:nvSpPr>
        <p:spPr>
          <a:xfrm>
            <a:off x="2671997" y="864645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Future enhancements</a:t>
            </a:r>
            <a:endParaRPr lang="en-IN" sz="4000" u="sng" dirty="0"/>
          </a:p>
        </p:txBody>
      </p:sp>
    </p:spTree>
    <p:extLst>
      <p:ext uri="{BB962C8B-B14F-4D97-AF65-F5344CB8AC3E}">
        <p14:creationId xmlns:p14="http://schemas.microsoft.com/office/powerpoint/2010/main" val="3296688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70ED20-9D89-D6D0-17FC-C359F473DE96}"/>
              </a:ext>
            </a:extLst>
          </p:cNvPr>
          <p:cNvSpPr txBox="1"/>
          <p:nvPr/>
        </p:nvSpPr>
        <p:spPr>
          <a:xfrm>
            <a:off x="2338464" y="2518346"/>
            <a:ext cx="68505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Data is not stored permanently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No graphical interface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Works only in console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924A5-54F6-C436-0495-8DDD17841635}"/>
              </a:ext>
            </a:extLst>
          </p:cNvPr>
          <p:cNvSpPr txBox="1"/>
          <p:nvPr/>
        </p:nvSpPr>
        <p:spPr>
          <a:xfrm>
            <a:off x="2338464" y="1179438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limitations</a:t>
            </a:r>
            <a:endParaRPr lang="en-IN" sz="4000" u="sng" dirty="0"/>
          </a:p>
        </p:txBody>
      </p:sp>
    </p:spTree>
    <p:extLst>
      <p:ext uri="{BB962C8B-B14F-4D97-AF65-F5344CB8AC3E}">
        <p14:creationId xmlns:p14="http://schemas.microsoft.com/office/powerpoint/2010/main" val="3911238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C32F08-9250-8CE3-BD36-53A91685B354}"/>
              </a:ext>
            </a:extLst>
          </p:cNvPr>
          <p:cNvSpPr txBox="1"/>
          <p:nvPr/>
        </p:nvSpPr>
        <p:spPr>
          <a:xfrm>
            <a:off x="2597046" y="950838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u="sng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F7837-A956-8DFF-91DF-C20E9E408931}"/>
              </a:ext>
            </a:extLst>
          </p:cNvPr>
          <p:cNvSpPr txBox="1"/>
          <p:nvPr/>
        </p:nvSpPr>
        <p:spPr>
          <a:xfrm>
            <a:off x="2233535" y="2459504"/>
            <a:ext cx="88142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dirty="0"/>
              <a:t>Successfully implemented expense tracker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dirty="0"/>
              <a:t>Demonstrated use of C++ concepts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dirty="0"/>
              <a:t>Efficient for small-scale usage Can be expanded into real-world application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383151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E46751-CB1D-E061-A5A0-46165BDC3B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924" y="0"/>
            <a:ext cx="7160926" cy="71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781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246</TotalTime>
  <Words>268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Agency FB</vt:lpstr>
      <vt:lpstr>Algerian</vt:lpstr>
      <vt:lpstr>Arial</vt:lpstr>
      <vt:lpstr>Calibri</vt:lpstr>
      <vt:lpstr>Corbel</vt:lpstr>
      <vt:lpstr>Courier New</vt:lpstr>
      <vt:lpstr>Wingdings</vt:lpstr>
      <vt:lpstr>Parallax</vt:lpstr>
      <vt:lpstr>SMART EXPENSE TRACKER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Mallikarjun Telu</dc:creator>
  <cp:lastModifiedBy>Mallikarjun Telu</cp:lastModifiedBy>
  <cp:revision>1</cp:revision>
  <dcterms:created xsi:type="dcterms:W3CDTF">2026-05-06T15:27:01Z</dcterms:created>
  <dcterms:modified xsi:type="dcterms:W3CDTF">2026-05-07T14:55:04Z</dcterms:modified>
</cp:coreProperties>
</file>